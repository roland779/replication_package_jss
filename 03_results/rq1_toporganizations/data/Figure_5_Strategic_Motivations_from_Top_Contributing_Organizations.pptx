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64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Organizations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Tabelle1!$A$2:$A$7</c:f>
              <c:strCache>
                <c:ptCount val="6"/>
                <c:pt idx="0">
                  <c:v>Stability &amp; Reliability</c:v>
                </c:pt>
                <c:pt idx="1">
                  <c:v>Compatibility &amp; Integration</c:v>
                </c:pt>
                <c:pt idx="2">
                  <c:v>Security Enhancements</c:v>
                </c:pt>
                <c:pt idx="3">
                  <c:v>Innovation </c:v>
                </c:pt>
                <c:pt idx="4">
                  <c:v>Performance </c:v>
                </c:pt>
                <c:pt idx="5">
                  <c:v>ML &amp; AI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3</c:v>
                </c:pt>
                <c:pt idx="4">
                  <c:v>2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FA-450E-A05F-5CEEBC1B450A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Spalte1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Tabelle1!$A$2:$A$7</c:f>
              <c:strCache>
                <c:ptCount val="6"/>
                <c:pt idx="0">
                  <c:v>Stability &amp; Reliability</c:v>
                </c:pt>
                <c:pt idx="1">
                  <c:v>Compatibility &amp; Integration</c:v>
                </c:pt>
                <c:pt idx="2">
                  <c:v>Security Enhancements</c:v>
                </c:pt>
                <c:pt idx="3">
                  <c:v>Innovation </c:v>
                </c:pt>
                <c:pt idx="4">
                  <c:v>Performance </c:v>
                </c:pt>
                <c:pt idx="5">
                  <c:v>ML &amp; AI</c:v>
                </c:pt>
              </c:strCache>
            </c:strRef>
          </c:cat>
          <c:val>
            <c:numRef>
              <c:f>Tabelle1!$C$2:$C$7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2-49FA-450E-A05F-5CEEBC1B45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08345567"/>
        <c:axId val="1008344127"/>
      </c:radarChart>
      <c:catAx>
        <c:axId val="1008345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08344127"/>
        <c:crosses val="autoZero"/>
        <c:auto val="1"/>
        <c:lblAlgn val="ctr"/>
        <c:lblOffset val="100"/>
        <c:noMultiLvlLbl val="0"/>
      </c:catAx>
      <c:valAx>
        <c:axId val="1008344127"/>
        <c:scaling>
          <c:orientation val="minMax"/>
          <c:max val="4"/>
        </c:scaling>
        <c:delete val="0"/>
        <c:axPos val="l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in"/>
        <c:minorTickMark val="none"/>
        <c:tickLblPos val="nextTo"/>
        <c:spPr>
          <a:noFill/>
          <a:ln>
            <a:solidFill>
              <a:schemeClr val="tx1">
                <a:lumMod val="15000"/>
                <a:lumOff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08345567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3890E70A-984B-15A9-1F47-ABBCA5268B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3875315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feld 1">
            <a:extLst>
              <a:ext uri="{FF2B5EF4-FFF2-40B4-BE49-F238E27FC236}">
                <a16:creationId xmlns:a16="http://schemas.microsoft.com/office/drawing/2014/main" id="{3C55C242-646D-B399-BC7B-414132FEEF3B}"/>
              </a:ext>
            </a:extLst>
          </p:cNvPr>
          <p:cNvSpPr txBox="1"/>
          <p:nvPr/>
        </p:nvSpPr>
        <p:spPr>
          <a:xfrm>
            <a:off x="4507348" y="2780144"/>
            <a:ext cx="4475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dirty="0"/>
              <a:t>IBM</a:t>
            </a:r>
            <a:endParaRPr lang="de-DE" b="1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773E8F7-EC29-3D13-3D40-E86894DF1106}"/>
              </a:ext>
            </a:extLst>
          </p:cNvPr>
          <p:cNvSpPr txBox="1"/>
          <p:nvPr/>
        </p:nvSpPr>
        <p:spPr>
          <a:xfrm>
            <a:off x="5107306" y="3071043"/>
            <a:ext cx="812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dirty="0"/>
              <a:t>IBM, Intel</a:t>
            </a:r>
            <a:endParaRPr lang="de-DE" b="1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4AA280E-BB01-441E-E1A2-C7AC22E4A900}"/>
              </a:ext>
            </a:extLst>
          </p:cNvPr>
          <p:cNvSpPr txBox="1"/>
          <p:nvPr/>
        </p:nvSpPr>
        <p:spPr>
          <a:xfrm>
            <a:off x="4795467" y="3662358"/>
            <a:ext cx="936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MobileIron</a:t>
            </a:r>
            <a:r>
              <a:rPr lang="de-DE" sz="1200" dirty="0">
                <a:effectLst/>
              </a:rPr>
              <a:t> </a:t>
            </a:r>
            <a:endParaRPr lang="de-DE" b="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A57026A-9EF1-01D9-7CB0-223B165AA8E8}"/>
              </a:ext>
            </a:extLst>
          </p:cNvPr>
          <p:cNvSpPr txBox="1"/>
          <p:nvPr/>
        </p:nvSpPr>
        <p:spPr>
          <a:xfrm>
            <a:off x="4501921" y="4566203"/>
            <a:ext cx="15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dirty="0"/>
              <a:t>Alphabet, </a:t>
            </a:r>
            <a:r>
              <a:rPr lang="de-DE" sz="1200" b="1" err="1"/>
              <a:t>AMD</a:t>
            </a:r>
            <a:r>
              <a:rPr lang="de-DE" sz="1200" b="1"/>
              <a:t>, Meta</a:t>
            </a:r>
            <a:endParaRPr lang="de-DE" sz="1200" b="1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AF33D73-6749-1031-75C9-D2894751561C}"/>
              </a:ext>
            </a:extLst>
          </p:cNvPr>
          <p:cNvSpPr txBox="1"/>
          <p:nvPr/>
        </p:nvSpPr>
        <p:spPr>
          <a:xfrm>
            <a:off x="3511811" y="3800857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AMD</a:t>
            </a:r>
            <a:r>
              <a:rPr lang="de-DE" sz="1200" dirty="0">
                <a:effectLst/>
              </a:rPr>
              <a:t> </a:t>
            </a:r>
            <a:endParaRPr lang="de-DE" b="1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DA08CD1-1710-7AB9-BD18-EE95CF08DBD2}"/>
              </a:ext>
            </a:extLst>
          </p:cNvPr>
          <p:cNvSpPr txBox="1"/>
          <p:nvPr/>
        </p:nvSpPr>
        <p:spPr>
          <a:xfrm>
            <a:off x="2826192" y="2780144"/>
            <a:ext cx="9789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dirty="0"/>
              <a:t>Alphabet, </a:t>
            </a:r>
            <a:br>
              <a:rPr lang="de-DE" sz="1200" b="1" dirty="0"/>
            </a:br>
            <a:r>
              <a:rPr lang="de-DE" sz="1200" b="1" dirty="0"/>
              <a:t>Nvidia, </a:t>
            </a:r>
          </a:p>
          <a:p>
            <a:r>
              <a:rPr lang="de-DE" sz="1200" b="1" dirty="0" err="1"/>
              <a:t>TensorFlow</a:t>
            </a:r>
            <a:r>
              <a:rPr lang="de-DE" sz="1200" b="1" dirty="0"/>
              <a:t> </a:t>
            </a:r>
            <a:br>
              <a:rPr lang="de-DE" sz="1200" b="1" dirty="0"/>
            </a:br>
            <a:endParaRPr lang="de-DE" sz="1200" b="1" dirty="0"/>
          </a:p>
        </p:txBody>
      </p:sp>
    </p:spTree>
    <p:extLst>
      <p:ext uri="{BB962C8B-B14F-4D97-AF65-F5344CB8AC3E}">
        <p14:creationId xmlns:p14="http://schemas.microsoft.com/office/powerpoint/2010/main" val="1156410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Bildschirmpräsentation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Roland Robert Schreiber</cp:lastModifiedBy>
  <cp:revision>15</cp:revision>
  <dcterms:created xsi:type="dcterms:W3CDTF">2013-01-27T09:14:16Z</dcterms:created>
  <dcterms:modified xsi:type="dcterms:W3CDTF">2025-11-09T13:06:23Z</dcterms:modified>
  <cp:category/>
</cp:coreProperties>
</file>