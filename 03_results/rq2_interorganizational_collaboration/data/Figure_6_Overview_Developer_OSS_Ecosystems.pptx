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624D"/>
    <a:srgbClr val="C068B6"/>
    <a:srgbClr val="AA46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92" y="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8D80C5-45F4-536A-BF7A-5C1861B674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C9B30FC-450E-6CF3-72F5-0F4496EE30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3CCB34-85B7-C5B3-D080-FE9BB5486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E255-99C3-4DED-AF01-76798EDFE510}" type="datetimeFigureOut">
              <a:rPr lang="de-DE" smtClean="0"/>
              <a:t>31.10.2024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E7BCF1-A918-E483-677A-8DEE7017B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173AA4-823A-E920-C783-E69571193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F77C5-6EF4-434A-8FCC-785A5578E1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6232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3B0368-43E1-C427-E908-CD0FA770C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880B54-E5FC-6EBA-1B8C-14244B851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1D31D46-8901-6B4D-9FDA-64B247F1F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E255-99C3-4DED-AF01-76798EDFE510}" type="datetimeFigureOut">
              <a:rPr lang="de-DE" smtClean="0"/>
              <a:t>31.10.2024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75F705-951C-0825-58CB-C5D0179C2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F7FC7F-CA43-A729-1F75-D0C074A91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F77C5-6EF4-434A-8FCC-785A5578E1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5415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07E327-E0CF-B297-A836-07F31F30C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8EB8205-D5EE-E4EC-C710-EE4955AE2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98B61E-04BE-FD07-5281-C200B9B8F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E255-99C3-4DED-AF01-76798EDFE510}" type="datetimeFigureOut">
              <a:rPr lang="de-DE" smtClean="0"/>
              <a:t>31.10.2024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83F471-8CE8-C465-6147-E6AA8C884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437B95-19B7-F227-7055-CCBDD24C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F77C5-6EF4-434A-8FCC-785A5578E1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653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5BE54E-E9B4-33D9-F764-19E747E7F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45B5A5-86EE-01CC-E31E-03D6ECF6B6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30D074C-3A0C-F30F-3461-59EEC3AF8C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2C4BBBB-72C1-D414-A438-38F6ADA4A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E255-99C3-4DED-AF01-76798EDFE510}" type="datetimeFigureOut">
              <a:rPr lang="de-DE" smtClean="0"/>
              <a:t>31.10.2024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C370177-9827-F8EC-ADDD-FF13FFD12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0D093A2-B6D6-93C6-705D-B698C1938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F77C5-6EF4-434A-8FCC-785A5578E1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3194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C609B5-375D-06FC-4C51-61ED40773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E419A85-FF8C-1A24-2176-B8A26957C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84635FB-D72C-3815-39C1-7B3D3896B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71B6E54-8C92-76C9-BB16-474F5486A3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0ACC142-E9CF-D691-7F1A-E820E4A81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5888922-58C6-1C1A-6E7D-0748CFF49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E255-99C3-4DED-AF01-76798EDFE510}" type="datetimeFigureOut">
              <a:rPr lang="de-DE" smtClean="0"/>
              <a:t>31.10.2024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A17A67A-708D-89DD-EFBA-39102456A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AB7E51C-D01D-F0FB-EE1E-01555455D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F77C5-6EF4-434A-8FCC-785A5578E1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1856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4131E8-DEBF-584F-328B-E3C03372A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086D15-1EB8-A5B3-B2CB-008BFE5B0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E255-99C3-4DED-AF01-76798EDFE510}" type="datetimeFigureOut">
              <a:rPr lang="de-DE" smtClean="0"/>
              <a:t>31.10.2024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C93E1C-11F7-99A8-ED1E-8ABAC417A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009DAD5-059E-C624-D362-A00190D6F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F77C5-6EF4-434A-8FCC-785A5578E1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6756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1EB887A-833E-CBA2-6F44-979DF347C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E255-99C3-4DED-AF01-76798EDFE510}" type="datetimeFigureOut">
              <a:rPr lang="de-DE" smtClean="0"/>
              <a:t>31.10.2024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1DE6A54-1389-B865-271A-A0A7E70D8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45D4534-4EC7-70CE-2B04-D0FCBA9C0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F77C5-6EF4-434A-8FCC-785A5578E1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5385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AA526B-2CC5-1528-C8A7-BD52D8EA0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151BE2B-AD34-4641-426A-2DB5E80FA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004464A-C9C6-E33F-0302-39C86E2D84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12B4930-8A48-393F-F8E5-97B1FE728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E255-99C3-4DED-AF01-76798EDFE510}" type="datetimeFigureOut">
              <a:rPr lang="de-DE" smtClean="0"/>
              <a:t>31.10.2024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88A7B8B-EF88-2146-CC79-7899B5CF9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8F32F98-DE5C-CF37-D8AD-51FD1FCD4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F77C5-6EF4-434A-8FCC-785A5578E1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4843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4E5F0E-F24B-9DBE-EC27-DC9B8BA13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B94F0E0-F31F-0A07-1D13-778351C26F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373A579-AB36-8F9D-403D-977FC61862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53563EB-046E-456C-E8D0-86A33C5D5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E255-99C3-4DED-AF01-76798EDFE510}" type="datetimeFigureOut">
              <a:rPr lang="de-DE" smtClean="0"/>
              <a:t>31.10.2024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5F9B15-8A71-D182-338F-E85B71726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5D97099-19CD-7EB8-E79E-177E14BFD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F77C5-6EF4-434A-8FCC-785A5578E1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8677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F776AD-2374-E391-FEA0-6D1116B25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77D6B74-9A64-5111-95BC-690894D9FF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FB9378-4811-1CE7-E7DE-633291CA9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E255-99C3-4DED-AF01-76798EDFE510}" type="datetimeFigureOut">
              <a:rPr lang="de-DE" smtClean="0"/>
              <a:t>31.10.2024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02C551-4929-9FD8-6FCF-F9A91B160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E39547-E4DD-0DEA-0EC6-ABB77FC7D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F77C5-6EF4-434A-8FCC-785A5578E1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9724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D6FAB46-854E-200D-F6FB-AACC248AC0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30BC8DA-BFC0-EA8F-04B8-76B9B49D6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8D1403-B28F-E008-D726-BC07FBFA4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E255-99C3-4DED-AF01-76798EDFE510}" type="datetimeFigureOut">
              <a:rPr lang="de-DE" smtClean="0"/>
              <a:t>31.10.2024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5684F9-033F-9F16-6F22-ED6EFFCE7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9F99CB-8E0E-B15C-7829-2DD5B1A5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F77C5-6EF4-434A-8FCC-785A5578E1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8881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E4A743B-C3C4-506B-FED2-CACE7260F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118C88-6711-166C-622D-E42F9EF10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EFCD03A-36BB-B657-1A71-CD62666133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ADE255-99C3-4DED-AF01-76798EDFE510}" type="datetimeFigureOut">
              <a:rPr lang="de-DE" smtClean="0"/>
              <a:t>31.10.2024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6CF707-6039-B546-D24C-54CB85ED62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55AFB0-DD67-BDE8-287B-5CDDC4FDCD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FF77C5-6EF4-434A-8FCC-785A5578E1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3372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Kinderkunst enthält.&#10;&#10;Automatisch generierte Beschreibung">
            <a:extLst>
              <a:ext uri="{FF2B5EF4-FFF2-40B4-BE49-F238E27FC236}">
                <a16:creationId xmlns:a16="http://schemas.microsoft.com/office/drawing/2014/main" id="{FE029F0C-F4D3-33F5-263F-E44E6D816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0542" y="1548447"/>
            <a:ext cx="3510915" cy="3761105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0A3187A6-F416-882E-5F47-8BC66A5CD161}"/>
              </a:ext>
            </a:extLst>
          </p:cNvPr>
          <p:cNvSpPr txBox="1"/>
          <p:nvPr/>
        </p:nvSpPr>
        <p:spPr>
          <a:xfrm>
            <a:off x="8208421" y="4166659"/>
            <a:ext cx="3273365" cy="1049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buSzPts val="1000"/>
              <a:tabLst>
                <a:tab pos="457200" algn="l"/>
              </a:tabLst>
            </a:pPr>
            <a:r>
              <a:rPr lang="de-DE" sz="11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tensorflow</a:t>
            </a:r>
            <a:endParaRPr lang="de-DE" sz="105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buSzPts val="1000"/>
              <a:tabLst>
                <a:tab pos="457200" algn="l"/>
              </a:tabLst>
            </a:pPr>
            <a:r>
              <a:rPr lang="de-DE" sz="11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react</a:t>
            </a:r>
            <a:endParaRPr lang="de-DE" sz="105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buSzPts val="1000"/>
              <a:tabLst>
                <a:tab pos="457200" algn="l"/>
              </a:tabLst>
            </a:pPr>
            <a:r>
              <a:rPr lang="de-DE" sz="11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flutter</a:t>
            </a:r>
            <a:r>
              <a:rPr lang="de-DE" sz="11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de-DE" sz="105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buSzPts val="1000"/>
              <a:tabLst>
                <a:tab pos="457200" algn="l"/>
              </a:tabLst>
            </a:pPr>
            <a:r>
              <a:rPr lang="de-DE" sz="11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bootstrap</a:t>
            </a:r>
            <a:r>
              <a:rPr lang="de-DE" sz="11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de-DE" sz="105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buSzPts val="1000"/>
              <a:tabLst>
                <a:tab pos="457200" algn="l"/>
              </a:tabLst>
            </a:pPr>
            <a:r>
              <a:rPr lang="de-DE" sz="11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vue</a:t>
            </a:r>
            <a:endParaRPr lang="de-DE" sz="105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6D8BEF0-1E3F-3069-A995-E8C2989707DB}"/>
              </a:ext>
            </a:extLst>
          </p:cNvPr>
          <p:cNvSpPr/>
          <p:nvPr/>
        </p:nvSpPr>
        <p:spPr>
          <a:xfrm>
            <a:off x="8047404" y="4254477"/>
            <a:ext cx="161017" cy="113946"/>
          </a:xfrm>
          <a:prstGeom prst="rect">
            <a:avLst/>
          </a:prstGeom>
          <a:solidFill>
            <a:srgbClr val="C068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B695307-3F5C-5943-D3B6-6B7808CE9AB7}"/>
              </a:ext>
            </a:extLst>
          </p:cNvPr>
          <p:cNvSpPr/>
          <p:nvPr/>
        </p:nvSpPr>
        <p:spPr>
          <a:xfrm>
            <a:off x="8047403" y="4452045"/>
            <a:ext cx="161017" cy="11394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5ED43D1-9E01-6634-99AA-C0836ACBD302}"/>
              </a:ext>
            </a:extLst>
          </p:cNvPr>
          <p:cNvSpPr/>
          <p:nvPr/>
        </p:nvSpPr>
        <p:spPr>
          <a:xfrm>
            <a:off x="8047402" y="4649613"/>
            <a:ext cx="161017" cy="11394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032EB4C-18B9-BF32-16DF-0CAF99BF554B}"/>
              </a:ext>
            </a:extLst>
          </p:cNvPr>
          <p:cNvSpPr/>
          <p:nvPr/>
        </p:nvSpPr>
        <p:spPr>
          <a:xfrm>
            <a:off x="8047402" y="4831359"/>
            <a:ext cx="161017" cy="113946"/>
          </a:xfrm>
          <a:prstGeom prst="rect">
            <a:avLst/>
          </a:prstGeom>
          <a:solidFill>
            <a:srgbClr val="CD62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58B91C6-D64A-DBDD-D57F-C14B1CE9A81E}"/>
              </a:ext>
            </a:extLst>
          </p:cNvPr>
          <p:cNvSpPr/>
          <p:nvPr/>
        </p:nvSpPr>
        <p:spPr>
          <a:xfrm>
            <a:off x="8047402" y="5017744"/>
            <a:ext cx="161017" cy="11394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3584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Breitbild</PresentationFormat>
  <Paragraphs>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Roland Robert Schreiber</dc:creator>
  <cp:lastModifiedBy>Roland Robert Schreiber</cp:lastModifiedBy>
  <cp:revision>4</cp:revision>
  <dcterms:created xsi:type="dcterms:W3CDTF">2024-07-23T12:45:17Z</dcterms:created>
  <dcterms:modified xsi:type="dcterms:W3CDTF">2024-10-31T15:06:09Z</dcterms:modified>
</cp:coreProperties>
</file>