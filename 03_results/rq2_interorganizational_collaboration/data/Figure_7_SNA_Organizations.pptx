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777777"/>
    <a:srgbClr val="7030A0"/>
    <a:srgbClr val="0070C0"/>
    <a:srgbClr val="00B050"/>
    <a:srgbClr val="47D359"/>
    <a:srgbClr val="FFFF00"/>
    <a:srgbClr val="FFC000"/>
    <a:srgbClr val="F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-1065" y="-1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5BBC56-FAC7-C19E-3DF0-5F0EB25F1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EDDA63B-AF24-5A12-EE08-E4220A594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1C972D-8506-E54E-247E-7AD71136D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AD8C-ACC5-43A3-84E1-A1FC332E181D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8B647F-F972-3483-1809-49805512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D90B78-6D48-C753-7C53-E214D0575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66191-A86D-46ED-8E71-A8F4245823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0381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38DF5C-BA9A-2279-C08A-305436672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46FCA2-AD79-D6D1-93B7-282802CED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F08D20-530A-6BAC-823E-7C98FC7B6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AD8C-ACC5-43A3-84E1-A1FC332E181D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7A9E26-3113-3301-712A-9B215F993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7CABB1-F447-17A4-3287-2DA9CFFF6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66191-A86D-46ED-8E71-A8F4245823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422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1CFD9F-1EBA-B08C-FF8A-A832E061E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7872890-E5F5-A212-9803-B45E8667B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886453-88BB-9D20-F501-4ACB657B2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AD8C-ACC5-43A3-84E1-A1FC332E181D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0DAE92-3F55-0A12-2A8A-94D9C5919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628822-1199-C1D2-710A-CDDE114B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66191-A86D-46ED-8E71-A8F4245823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2691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84D37D-9ED5-BA1A-B10E-C72F53B48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2B31FE-E81F-285C-A070-C3AF8F20E2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42EA6EE-ABC0-F568-5541-906CDB226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2A136C-5328-4BBC-A5AF-F3F136505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AD8C-ACC5-43A3-84E1-A1FC332E181D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CBFAE2F-DC2B-5ABF-D3C0-5B0CACA7D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7C2284C-A8B9-9D76-9753-E0AA58B5F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66191-A86D-46ED-8E71-A8F4245823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0051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6E8754-C099-7DB9-E2DA-F15258C0C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6DEBBD-850B-8B64-79E6-F7E8F26A4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EF56C9A-96AB-F2D4-056A-9E31BB9D3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E0D3BD8-1DF6-DD76-2B0C-8580FF3787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94BE016-FB58-F395-51C9-CA6F7F02A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69B2DE5-D880-F9B0-2474-4AF95932D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AD8C-ACC5-43A3-84E1-A1FC332E181D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69A17D9-9F46-9831-4188-87C36F820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C8E65B8-BBB1-07F2-E8BB-2D887EECD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66191-A86D-46ED-8E71-A8F4245823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7719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34A416-CC02-CB2C-2723-3163E28A0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2A4EB09-311A-4CCA-5063-621544988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AD8C-ACC5-43A3-84E1-A1FC332E181D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812303-A402-7D87-1523-DE5935805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ACA8695-CA64-A1C5-A165-B7BD04D2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66191-A86D-46ED-8E71-A8F4245823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6098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5A51462-81C7-887F-8F84-0B8F1840D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AD8C-ACC5-43A3-84E1-A1FC332E181D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66FBF1-500F-8264-DA2A-F33F4AB63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2E5F22-1FCC-0211-0201-4E4DBAF2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66191-A86D-46ED-8E71-A8F4245823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8005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D9E7D5-3921-D801-0D6F-AC160F54B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10BEAF-8815-4946-AEB0-A7CA83B7F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B6056CA-1BF1-5ED2-5358-F19EF3456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4D9B12A-36C8-C71E-153F-B98C9647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AD8C-ACC5-43A3-84E1-A1FC332E181D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5A266FB-1C36-CB02-FC30-CD0C740EA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4AE2EC-8FBC-0239-FA1E-FB41689F0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66191-A86D-46ED-8E71-A8F4245823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86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4523C4-1D2B-0C9F-8337-C91982A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40E8A97-FB1E-A5A8-919A-1D65A5243A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64F4600-A9B0-8EE0-6BAE-38BFE55BD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D1FCDFF-9205-4FFB-9FA0-49282E78D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AD8C-ACC5-43A3-84E1-A1FC332E181D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1F5973-CD70-485F-823B-736428C8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6C2193-2327-D898-D9E4-4D35FC4E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66191-A86D-46ED-8E71-A8F4245823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850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1E7ED-ECA1-F8BC-2E41-A12680EB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EC2F14A-70A1-1494-2908-700890CB4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8F9410-FDF6-350D-4CDF-2A38F11F8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AD8C-ACC5-43A3-84E1-A1FC332E181D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62AEAD-CB42-8B7E-4429-E34BA780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408639-CCD5-0AE5-D66A-9589D70E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66191-A86D-46ED-8E71-A8F4245823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2177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31E2F61-9D60-8B11-04B6-95F40FF26A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4859D00-9B54-B1E4-E17D-17387C934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52D36B-AA03-3CDD-966D-F434C651D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AD8C-ACC5-43A3-84E1-A1FC332E181D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C8B110-F84B-90AB-D0E3-BEF95522A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BA4D2B-520B-1028-BC73-A60E34960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66191-A86D-46ED-8E71-A8F4245823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2342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582EFD2-7F8B-9570-4EDC-C3C90DE28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BD73A2-9D69-7FDF-1D66-1926AA613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591BAD-D03A-8C1D-3C11-A93E5D4C1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DAD8C-ACC5-43A3-84E1-A1FC332E181D}" type="datetimeFigureOut">
              <a:rPr lang="de-DE" smtClean="0"/>
              <a:t>31.10.2024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1105B6-7E7C-0F64-C0D2-0C1623002E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2351D8-E5CF-0102-D7F2-7386B8DCE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466191-A86D-46ED-8E71-A8F4245823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670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D784719-F07C-4869-DE17-4976DA625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022" y="1813242"/>
            <a:ext cx="3535045" cy="343471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63FBD50C-7BA3-D090-8B6A-E20F83140243}"/>
              </a:ext>
            </a:extLst>
          </p:cNvPr>
          <p:cNvSpPr txBox="1"/>
          <p:nvPr/>
        </p:nvSpPr>
        <p:spPr>
          <a:xfrm>
            <a:off x="5917711" y="3530599"/>
            <a:ext cx="3273365" cy="18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sz="11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Alphabet</a:t>
            </a:r>
            <a:endParaRPr lang="de-DE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sz="11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TensorFlow</a:t>
            </a:r>
            <a:endParaRPr lang="de-DE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sz="11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Meta</a:t>
            </a:r>
            <a:r>
              <a:rPr lang="de-DE" sz="11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de-DE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sz="11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Nvidia </a:t>
            </a:r>
            <a:endParaRPr lang="de-DE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sz="11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Intel</a:t>
            </a:r>
            <a:endParaRPr lang="de-DE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sz="11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MobileIron</a:t>
            </a:r>
            <a:endParaRPr lang="de-DE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sz="11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IBM</a:t>
            </a:r>
            <a:endParaRPr lang="de-DE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sz="11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AMD</a:t>
            </a:r>
            <a:endParaRPr lang="de-DE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sz="11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Others</a:t>
            </a:r>
            <a:endParaRPr lang="de-DE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2A29A70-C776-439B-2EF7-375E33763590}"/>
              </a:ext>
            </a:extLst>
          </p:cNvPr>
          <p:cNvSpPr/>
          <p:nvPr/>
        </p:nvSpPr>
        <p:spPr>
          <a:xfrm>
            <a:off x="5756694" y="3618417"/>
            <a:ext cx="161017" cy="113946"/>
          </a:xfrm>
          <a:prstGeom prst="rect">
            <a:avLst/>
          </a:prstGeom>
          <a:solidFill>
            <a:srgbClr val="F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ED520F0-7E66-E7B6-C1E5-AEAF4C6D1495}"/>
              </a:ext>
            </a:extLst>
          </p:cNvPr>
          <p:cNvSpPr/>
          <p:nvPr/>
        </p:nvSpPr>
        <p:spPr>
          <a:xfrm>
            <a:off x="5756693" y="3815985"/>
            <a:ext cx="161017" cy="11394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E2898E8-B044-8DC5-B1F8-69202376B201}"/>
              </a:ext>
            </a:extLst>
          </p:cNvPr>
          <p:cNvSpPr/>
          <p:nvPr/>
        </p:nvSpPr>
        <p:spPr>
          <a:xfrm>
            <a:off x="5756692" y="4013553"/>
            <a:ext cx="161017" cy="11394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70BB599-7F27-5BE8-4A9C-175D4290B2F8}"/>
              </a:ext>
            </a:extLst>
          </p:cNvPr>
          <p:cNvSpPr/>
          <p:nvPr/>
        </p:nvSpPr>
        <p:spPr>
          <a:xfrm>
            <a:off x="5756692" y="4195299"/>
            <a:ext cx="161017" cy="113946"/>
          </a:xfrm>
          <a:prstGeom prst="rect">
            <a:avLst/>
          </a:prstGeom>
          <a:solidFill>
            <a:srgbClr val="47D3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27396DD-DFE1-5361-04F9-118CC9D1FB08}"/>
              </a:ext>
            </a:extLst>
          </p:cNvPr>
          <p:cNvSpPr/>
          <p:nvPr/>
        </p:nvSpPr>
        <p:spPr>
          <a:xfrm>
            <a:off x="5756692" y="4381684"/>
            <a:ext cx="161017" cy="1139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4754257-C0F9-987F-53C4-C2C1A6EAD068}"/>
              </a:ext>
            </a:extLst>
          </p:cNvPr>
          <p:cNvSpPr/>
          <p:nvPr/>
        </p:nvSpPr>
        <p:spPr>
          <a:xfrm>
            <a:off x="5756692" y="4568069"/>
            <a:ext cx="161017" cy="11394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6E6CB18-8175-887C-7E04-6838BF86EEE4}"/>
              </a:ext>
            </a:extLst>
          </p:cNvPr>
          <p:cNvSpPr/>
          <p:nvPr/>
        </p:nvSpPr>
        <p:spPr>
          <a:xfrm>
            <a:off x="5756692" y="4754454"/>
            <a:ext cx="161017" cy="11394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84F9885-8DA1-5768-F8D3-9D6488FD317C}"/>
              </a:ext>
            </a:extLst>
          </p:cNvPr>
          <p:cNvSpPr/>
          <p:nvPr/>
        </p:nvSpPr>
        <p:spPr>
          <a:xfrm>
            <a:off x="5756691" y="4950980"/>
            <a:ext cx="161017" cy="113946"/>
          </a:xfrm>
          <a:prstGeom prst="rect">
            <a:avLst/>
          </a:prstGeom>
          <a:solidFill>
            <a:srgbClr val="77777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60363CB-C053-3548-AE86-79C48147AA28}"/>
              </a:ext>
            </a:extLst>
          </p:cNvPr>
          <p:cNvSpPr/>
          <p:nvPr/>
        </p:nvSpPr>
        <p:spPr>
          <a:xfrm>
            <a:off x="5756690" y="5163189"/>
            <a:ext cx="161017" cy="113946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24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Breitbild</PresentationFormat>
  <Paragraphs>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Roland Robert Schreiber</dc:creator>
  <cp:lastModifiedBy>Roland Robert Schreiber</cp:lastModifiedBy>
  <cp:revision>5</cp:revision>
  <dcterms:created xsi:type="dcterms:W3CDTF">2024-10-29T15:01:54Z</dcterms:created>
  <dcterms:modified xsi:type="dcterms:W3CDTF">2024-10-31T15:00:42Z</dcterms:modified>
</cp:coreProperties>
</file>