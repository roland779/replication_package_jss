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4" d="100"/>
          <a:sy n="94" d="100"/>
        </p:scale>
        <p:origin x="78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4CD785-E0C6-5E5D-96BE-3615084934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C379441-D72E-E878-4F17-30D8AAC66A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679FE94-A577-E092-5EF7-019D972C0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069FD-B683-430A-B777-05F4BCB35216}" type="datetimeFigureOut">
              <a:rPr lang="de-DE" smtClean="0"/>
              <a:t>04.12.2024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F8AE5E-7DE8-6A28-D0D1-953DD322E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9A3370E-8617-2F28-D7D7-49CAECD54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77A25-BE94-4F4A-A899-FFD2BB240A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9128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D71DDD-3613-6499-2198-8AE1DD335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32BC7D7-246A-90CC-5B83-E67A76AB4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610C043-F8D9-5944-7A1E-0492CAF79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069FD-B683-430A-B777-05F4BCB35216}" type="datetimeFigureOut">
              <a:rPr lang="de-DE" smtClean="0"/>
              <a:t>04.12.2024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15155D2-E396-B65E-D746-09BDC5F98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E5C77E2-4FC8-DECD-1ACD-0B3F4CF59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77A25-BE94-4F4A-A899-FFD2BB240A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0422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7D03FF-7F8B-C0BF-ADAD-9D920052D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E906EDF-ADE1-B8C1-D6A3-3BC8192EB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DFCB2B-DFDC-C362-6867-D9EAC8921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069FD-B683-430A-B777-05F4BCB35216}" type="datetimeFigureOut">
              <a:rPr lang="de-DE" smtClean="0"/>
              <a:t>04.12.2024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FFDE43-18BF-F920-14EC-F3A2B2CCA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80C24E-97AE-FF03-A5DF-A57B8F1AF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77A25-BE94-4F4A-A899-FFD2BB240A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5810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14E398-DD4E-4D02-EC97-61E118384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338DFE0-D2EB-8BC7-499F-689E9E335E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74F1DE4-B301-CF1A-F06F-F0229A400F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D7BFF08-2AAD-2695-3789-D4E4DB34A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069FD-B683-430A-B777-05F4BCB35216}" type="datetimeFigureOut">
              <a:rPr lang="de-DE" smtClean="0"/>
              <a:t>04.12.2024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F1BB5F9-C30B-0429-7F63-D78A5E84E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5BF633D-B04B-3A5C-E3D1-D705D1716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77A25-BE94-4F4A-A899-FFD2BB240A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34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E89C35-21D1-8792-6BA2-E670CAB9C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526FD9B-E609-4AA3-9F90-2B2A9BC22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E326EAF-34AC-2A2B-9A2B-A3394CAE38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40CD6CB-EFD9-8028-C2EC-4D59BFA791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21F5B4E-C835-C7CA-675F-A0165C2CB5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E2390B3-B0D9-EB92-9BD7-EDB650028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069FD-B683-430A-B777-05F4BCB35216}" type="datetimeFigureOut">
              <a:rPr lang="de-DE" smtClean="0"/>
              <a:t>04.12.2024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32D3B29-CF47-999B-E1DD-10490193D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09CC0F9-31D9-061E-594F-08BAC17F8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77A25-BE94-4F4A-A899-FFD2BB240A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3834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DD0ECD-E347-712A-6078-1EA5577F8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1AC0E09-7470-8F73-21B6-4043DC16B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069FD-B683-430A-B777-05F4BCB35216}" type="datetimeFigureOut">
              <a:rPr lang="de-DE" smtClean="0"/>
              <a:t>04.12.2024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F581758-9D08-D189-AAC0-FD256C8BD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617D32E-DC39-D4AB-5B39-33BDD5C06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77A25-BE94-4F4A-A899-FFD2BB240A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4332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FC3E0FE-860B-797A-D3D6-09AD7DD11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069FD-B683-430A-B777-05F4BCB35216}" type="datetimeFigureOut">
              <a:rPr lang="de-DE" smtClean="0"/>
              <a:t>04.12.2024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F73FE05-C82D-34EA-650A-C1E1D8D43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EE61674-1C1A-CA6F-031C-F7877D642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77A25-BE94-4F4A-A899-FFD2BB240A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3289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FA6319-21C6-D0F5-A7B2-52A314054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CC0C024-71BC-61E2-137A-A98DD9FE8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9B8D087-6BC1-E379-09C7-FE733A94A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11B30CE-11DC-7F3F-207F-E7EB98E1B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069FD-B683-430A-B777-05F4BCB35216}" type="datetimeFigureOut">
              <a:rPr lang="de-DE" smtClean="0"/>
              <a:t>04.12.2024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80AF97C-ABE8-B25D-C341-9D3969650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14ED4BA-5255-4819-3772-332B755D0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77A25-BE94-4F4A-A899-FFD2BB240A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8013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E6F2B1-89F3-BD99-28EC-C673F820C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63E1107-0D45-9424-4202-DDF7FDD2D0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85EF273-8BF6-EF91-B8C5-68875E5C5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DD191F9-8468-9A2C-9CBB-B08C99D60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069FD-B683-430A-B777-05F4BCB35216}" type="datetimeFigureOut">
              <a:rPr lang="de-DE" smtClean="0"/>
              <a:t>04.12.2024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31DB952-BBE1-667B-5AB0-23BD81376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86CC4B4-45DE-DD17-6281-685760288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77A25-BE94-4F4A-A899-FFD2BB240A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859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A43AAD-0C66-2B19-7AD9-E1D0C3422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339519E-E628-451B-B68F-AF03BD1E4C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3ED913-D0AE-8B91-A2C2-065253A34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069FD-B683-430A-B777-05F4BCB35216}" type="datetimeFigureOut">
              <a:rPr lang="de-DE" smtClean="0"/>
              <a:t>04.12.2024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6CA7CE9-7B2C-9B75-D1CD-A1D65BDB6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0B07C0F-438B-60F9-9682-ACBEE3D8F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77A25-BE94-4F4A-A899-FFD2BB240A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9317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1D6860A-E5BF-A855-5E22-4CFBE6E716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DDD662B-0903-71B1-5534-FA169E1E1E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1DA699-C931-B127-B6EF-A5105C57C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069FD-B683-430A-B777-05F4BCB35216}" type="datetimeFigureOut">
              <a:rPr lang="de-DE" smtClean="0"/>
              <a:t>04.12.2024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9423150-9762-20B1-229D-EB9F1AB3F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66F046F-6736-B3AF-6B45-C6930F476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77A25-BE94-4F4A-A899-FFD2BB240A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2493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D68E354-7CB7-CE5D-2A61-B33FE1B68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1F23784-F69B-CA66-C94F-4706C55CCD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8FAE5F-CE96-6AB1-DA9C-541C611575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7069FD-B683-430A-B777-05F4BCB35216}" type="datetimeFigureOut">
              <a:rPr lang="de-DE" smtClean="0"/>
              <a:t>04.12.2024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8CA595F-2C4C-FAAC-7785-64E93BF526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3A1144-8DBF-C55E-7AB5-01A90B4123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E77A25-BE94-4F4A-A899-FFD2BB240A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1269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6B1CB84C-C56A-74BB-2F0C-BB7453C3AE3E}"/>
              </a:ext>
            </a:extLst>
          </p:cNvPr>
          <p:cNvSpPr txBox="1"/>
          <p:nvPr/>
        </p:nvSpPr>
        <p:spPr>
          <a:xfrm>
            <a:off x="2115465" y="5643418"/>
            <a:ext cx="164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(a) 2014 - 2015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1D934C1-60A7-169B-FEC3-FBAEB083CCC9}"/>
              </a:ext>
            </a:extLst>
          </p:cNvPr>
          <p:cNvSpPr txBox="1"/>
          <p:nvPr/>
        </p:nvSpPr>
        <p:spPr>
          <a:xfrm>
            <a:off x="8310946" y="5643418"/>
            <a:ext cx="1654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(b) 2016 - 2017</a:t>
            </a:r>
          </a:p>
        </p:txBody>
      </p:sp>
      <p:pic>
        <p:nvPicPr>
          <p:cNvPr id="3" name="Grafik 2" descr="Ein Bild, das Zeichnung, Diagramm, Design enthält.&#10;&#10;Automatisch generierte Beschreibung">
            <a:extLst>
              <a:ext uri="{FF2B5EF4-FFF2-40B4-BE49-F238E27FC236}">
                <a16:creationId xmlns:a16="http://schemas.microsoft.com/office/drawing/2014/main" id="{0229BC01-F826-4578-E23D-E6B4FB0818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00" y="1607400"/>
            <a:ext cx="4438966" cy="3643200"/>
          </a:xfrm>
          <a:prstGeom prst="rect">
            <a:avLst/>
          </a:prstGeom>
        </p:spPr>
      </p:pic>
      <p:pic>
        <p:nvPicPr>
          <p:cNvPr id="9" name="Grafik 8" descr="Ein Bild, das Zeichnung, Kreis, Farbigkeit, Kunst enthält.&#10;&#10;Automatisch generierte Beschreibung">
            <a:extLst>
              <a:ext uri="{FF2B5EF4-FFF2-40B4-BE49-F238E27FC236}">
                <a16:creationId xmlns:a16="http://schemas.microsoft.com/office/drawing/2014/main" id="{C34EF063-654B-3249-1E31-FD7A1F7EC3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4151" y="1607400"/>
            <a:ext cx="4583539" cy="36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97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6B1CB84C-C56A-74BB-2F0C-BB7453C3AE3E}"/>
              </a:ext>
            </a:extLst>
          </p:cNvPr>
          <p:cNvSpPr txBox="1"/>
          <p:nvPr/>
        </p:nvSpPr>
        <p:spPr>
          <a:xfrm>
            <a:off x="2115465" y="5643418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(c) 2018 - 2019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1D934C1-60A7-169B-FEC3-FBAEB083CCC9}"/>
              </a:ext>
            </a:extLst>
          </p:cNvPr>
          <p:cNvSpPr txBox="1"/>
          <p:nvPr/>
        </p:nvSpPr>
        <p:spPr>
          <a:xfrm>
            <a:off x="8310946" y="5643418"/>
            <a:ext cx="1654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(d) 2020 - 2021</a:t>
            </a:r>
          </a:p>
        </p:txBody>
      </p:sp>
      <p:pic>
        <p:nvPicPr>
          <p:cNvPr id="4" name="Grafik 3" descr="Ein Bild, das Kunst enthält.&#10;&#10;Automatisch generierte Beschreibung">
            <a:extLst>
              <a:ext uri="{FF2B5EF4-FFF2-40B4-BE49-F238E27FC236}">
                <a16:creationId xmlns:a16="http://schemas.microsoft.com/office/drawing/2014/main" id="{B346D1BA-A8B4-8AD7-A6A3-79B390E8CF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30" y="875317"/>
            <a:ext cx="3908874" cy="4248000"/>
          </a:xfrm>
          <a:prstGeom prst="rect">
            <a:avLst/>
          </a:prstGeom>
        </p:spPr>
      </p:pic>
      <p:pic>
        <p:nvPicPr>
          <p:cNvPr id="9" name="Grafik 8" descr="Ein Bild, das Zeichnung, Entwurf, Kunst enthält.&#10;&#10;Automatisch generierte Beschreibung">
            <a:extLst>
              <a:ext uri="{FF2B5EF4-FFF2-40B4-BE49-F238E27FC236}">
                <a16:creationId xmlns:a16="http://schemas.microsoft.com/office/drawing/2014/main" id="{3A4E8140-38C3-9FB3-63CB-115758E952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623" y="875317"/>
            <a:ext cx="5737047" cy="42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678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6B1CB84C-C56A-74BB-2F0C-BB7453C3AE3E}"/>
              </a:ext>
            </a:extLst>
          </p:cNvPr>
          <p:cNvSpPr txBox="1"/>
          <p:nvPr/>
        </p:nvSpPr>
        <p:spPr>
          <a:xfrm>
            <a:off x="5272697" y="5514109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(e) 2022 - 2023</a:t>
            </a:r>
          </a:p>
        </p:txBody>
      </p:sp>
      <p:pic>
        <p:nvPicPr>
          <p:cNvPr id="4" name="Grafik 3" descr="Ein Bild, das Kreis, Visualisierung enthält.&#10;&#10;Automatisch generierte Beschreibung">
            <a:extLst>
              <a:ext uri="{FF2B5EF4-FFF2-40B4-BE49-F238E27FC236}">
                <a16:creationId xmlns:a16="http://schemas.microsoft.com/office/drawing/2014/main" id="{1FF3C047-FAA9-1ADC-8B68-B3F8A1D854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6888" y="848492"/>
            <a:ext cx="6398222" cy="424800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1F4F1194-0DD6-3FD6-B03F-8B85E21A9FF7}"/>
              </a:ext>
            </a:extLst>
          </p:cNvPr>
          <p:cNvSpPr txBox="1"/>
          <p:nvPr/>
        </p:nvSpPr>
        <p:spPr>
          <a:xfrm>
            <a:off x="10681328" y="1777840"/>
            <a:ext cx="1646605" cy="293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buSzPts val="1000"/>
              <a:tabLst>
                <a:tab pos="457200" algn="l"/>
              </a:tabLst>
            </a:pPr>
            <a:r>
              <a:rPr lang="de-DE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Alphabet</a:t>
            </a:r>
            <a:endParaRPr lang="de-DE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buSzPts val="1000"/>
              <a:tabLst>
                <a:tab pos="457200" algn="l"/>
              </a:tabLst>
            </a:pPr>
            <a:r>
              <a:rPr lang="de-DE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TensorFlow</a:t>
            </a:r>
            <a:endParaRPr lang="de-DE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buSzPts val="1000"/>
              <a:tabLst>
                <a:tab pos="457200" algn="l"/>
              </a:tabLst>
            </a:pPr>
            <a:r>
              <a:rPr lang="de-DE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Meta</a:t>
            </a:r>
            <a:r>
              <a:rPr lang="de-DE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de-DE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buSzPts val="1000"/>
              <a:tabLst>
                <a:tab pos="457200" algn="l"/>
              </a:tabLst>
            </a:pPr>
            <a:r>
              <a:rPr lang="de-DE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Nvidia </a:t>
            </a:r>
            <a:endParaRPr lang="de-DE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buSzPts val="1000"/>
              <a:tabLst>
                <a:tab pos="457200" algn="l"/>
              </a:tabLst>
            </a:pPr>
            <a:r>
              <a:rPr lang="de-DE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Intel</a:t>
            </a:r>
            <a:endParaRPr lang="de-DE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buSzPts val="1000"/>
              <a:tabLst>
                <a:tab pos="457200" algn="l"/>
              </a:tabLst>
            </a:pPr>
            <a:r>
              <a:rPr lang="de-DE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MobileIron</a:t>
            </a:r>
            <a:endParaRPr lang="de-DE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buSzPts val="1000"/>
              <a:tabLst>
                <a:tab pos="457200" algn="l"/>
              </a:tabLst>
            </a:pPr>
            <a:r>
              <a:rPr lang="de-DE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IBM</a:t>
            </a:r>
            <a:endParaRPr lang="de-DE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buSzPts val="1000"/>
              <a:tabLst>
                <a:tab pos="457200" algn="l"/>
              </a:tabLst>
            </a:pPr>
            <a:r>
              <a:rPr lang="de-DE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AMD</a:t>
            </a:r>
            <a:endParaRPr lang="de-DE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buSzPts val="1000"/>
              <a:tabLst>
                <a:tab pos="457200" algn="l"/>
              </a:tabLst>
            </a:pPr>
            <a:r>
              <a:rPr lang="de-DE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Others</a:t>
            </a:r>
            <a:endParaRPr lang="de-DE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03B7A16-A7DF-F026-C34F-91AE83DB69DF}"/>
              </a:ext>
            </a:extLst>
          </p:cNvPr>
          <p:cNvSpPr/>
          <p:nvPr/>
        </p:nvSpPr>
        <p:spPr>
          <a:xfrm>
            <a:off x="10391782" y="1893292"/>
            <a:ext cx="289546" cy="219536"/>
          </a:xfrm>
          <a:prstGeom prst="rect">
            <a:avLst/>
          </a:prstGeom>
          <a:solidFill>
            <a:srgbClr val="F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843D2A2-938A-954C-8697-C9A1A6528E03}"/>
              </a:ext>
            </a:extLst>
          </p:cNvPr>
          <p:cNvSpPr/>
          <p:nvPr/>
        </p:nvSpPr>
        <p:spPr>
          <a:xfrm>
            <a:off x="10391779" y="2181162"/>
            <a:ext cx="289546" cy="21953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7C5515B-9F2A-339C-5F21-6E5B90897F20}"/>
              </a:ext>
            </a:extLst>
          </p:cNvPr>
          <p:cNvSpPr/>
          <p:nvPr/>
        </p:nvSpPr>
        <p:spPr>
          <a:xfrm>
            <a:off x="10391779" y="2488498"/>
            <a:ext cx="289546" cy="21953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ED54C43-7E4D-0CC0-D1A6-95FB184E409E}"/>
              </a:ext>
            </a:extLst>
          </p:cNvPr>
          <p:cNvSpPr/>
          <p:nvPr/>
        </p:nvSpPr>
        <p:spPr>
          <a:xfrm>
            <a:off x="10391779" y="2814342"/>
            <a:ext cx="289546" cy="219536"/>
          </a:xfrm>
          <a:prstGeom prst="rect">
            <a:avLst/>
          </a:prstGeom>
          <a:solidFill>
            <a:srgbClr val="47D35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622EF00-CB90-AA6B-499B-3B572B178E09}"/>
              </a:ext>
            </a:extLst>
          </p:cNvPr>
          <p:cNvSpPr/>
          <p:nvPr/>
        </p:nvSpPr>
        <p:spPr>
          <a:xfrm>
            <a:off x="10391779" y="3142689"/>
            <a:ext cx="289546" cy="21953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3519D4C9-74FE-C304-74DE-BBA198AF5F9A}"/>
              </a:ext>
            </a:extLst>
          </p:cNvPr>
          <p:cNvSpPr/>
          <p:nvPr/>
        </p:nvSpPr>
        <p:spPr>
          <a:xfrm>
            <a:off x="10391779" y="3450025"/>
            <a:ext cx="289546" cy="219536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1612CD8B-9F5F-3B67-BC02-F5A8120C17B3}"/>
              </a:ext>
            </a:extLst>
          </p:cNvPr>
          <p:cNvSpPr/>
          <p:nvPr/>
        </p:nvSpPr>
        <p:spPr>
          <a:xfrm>
            <a:off x="10391779" y="3757361"/>
            <a:ext cx="289546" cy="219536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86B62C4-5F88-6B5A-2A40-16A2B328B96F}"/>
              </a:ext>
            </a:extLst>
          </p:cNvPr>
          <p:cNvSpPr/>
          <p:nvPr/>
        </p:nvSpPr>
        <p:spPr>
          <a:xfrm>
            <a:off x="10391779" y="4064697"/>
            <a:ext cx="289546" cy="219536"/>
          </a:xfrm>
          <a:prstGeom prst="rect">
            <a:avLst/>
          </a:prstGeom>
          <a:solidFill>
            <a:srgbClr val="77777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39904F67-6FC7-D922-716D-CCE69E560C8F}"/>
              </a:ext>
            </a:extLst>
          </p:cNvPr>
          <p:cNvSpPr/>
          <p:nvPr/>
        </p:nvSpPr>
        <p:spPr>
          <a:xfrm>
            <a:off x="10391779" y="4372033"/>
            <a:ext cx="289546" cy="219536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0934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</Words>
  <Application>Microsoft Office PowerPoint</Application>
  <PresentationFormat>Breitbild</PresentationFormat>
  <Paragraphs>14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Times New Roman</vt:lpstr>
      <vt:lpstr>Office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Roland Robert Schreiber</dc:creator>
  <cp:lastModifiedBy>Roland Robert Schreiber</cp:lastModifiedBy>
  <cp:revision>16</cp:revision>
  <dcterms:created xsi:type="dcterms:W3CDTF">2024-07-22T05:41:59Z</dcterms:created>
  <dcterms:modified xsi:type="dcterms:W3CDTF">2024-12-04T18:08:55Z</dcterms:modified>
</cp:coreProperties>
</file>