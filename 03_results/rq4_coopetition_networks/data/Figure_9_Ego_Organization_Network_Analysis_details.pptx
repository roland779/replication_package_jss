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839308-5C58-2980-2174-C196BDAD6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E80270-337B-63CC-DD30-0D518F8C0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985D1C-3F72-BA42-DDD7-BCCDCC3A4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C49AAB-1D93-B0DE-D8C7-02C8988F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9DD258-08FF-7B94-8E18-F1873063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9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276C0F-3DB0-C48D-547B-63E3CEB82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EAE559-64DC-20A9-40B3-5FCF73720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8FC9E8-CC0B-CAEA-0D05-210D22C1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ED8473-3ECB-1267-833D-D8B41A8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BA34CB-E06E-70B2-0188-359BFE08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92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A2CA46-9C38-F2CD-D43C-6DE6A4CD4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B26A14-2D93-E1EF-4E25-43856E99F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D5A4A8-5733-1084-638C-C32C5FE5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1686A4-8367-715E-01F0-61517797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BDB6C8-B000-AEF0-7F62-58AAD413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7886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2E239E-D41C-E62C-0536-A7A3C447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B812DE-65CC-19EF-F570-D7B1E0EDA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4A63D39-9818-7F01-6423-7440E58D9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E33511-0606-E103-0851-5A79ADDBE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CCB939-A700-8B44-120B-41BE6126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84D17C-F62A-A155-8B70-085E58C74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727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12D0CC-581A-63DC-106A-568E6D5B0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2D5CAB-8A2F-D63C-203C-990BCC015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9D3E06-3AC7-2614-9A31-2F2B762FA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C704CE-C80F-D1E3-97CD-57B5891C86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CF35939-7AF3-3156-7036-792023EFA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98415A-9500-5061-A225-86CD8184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D09102-B351-C2BB-08E0-F3943D15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7AD6AC3-985C-5A50-FD92-18F225BD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805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7015A-C593-954C-0B8B-BC59DAA4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6E0F40-1BF5-11A7-651C-0C321C9E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DF406C-587E-8163-ACAE-F77FDFD8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CF9CA8-7517-A79D-BF75-26EBFC2D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523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D4E9CC0-BD46-EFCC-210F-8832F765F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394541-736D-3E58-7A33-1F702909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56E5B9-F147-C45C-6CB3-D9DBD93D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807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FF622-7BF0-0E32-A1F4-DF447EC5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9477F9-5DD7-A066-E091-241EF25AA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CA76D8-DA9F-3800-3311-0B1C39907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BDEF8A-E5DD-1F4A-0E68-6141FC11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00FD74-3CF0-648F-191C-5AC696FC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C14B38-DFA8-AC21-798F-DDDB9A32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657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CDE2AF-43C6-60E7-1353-263F59112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B0AA92-779D-7A83-83BD-E057CB8E5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FB90CC-C1A8-68D3-A31C-4700D7FEB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B36192-5718-CE9D-C618-A823ED02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69E8C5-C09C-CF1E-B839-5D916C7A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DB132A-7021-2010-A4AE-B77281C9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434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67D7BB-52C9-477A-9A27-4218ACB9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268D07A-3504-CB86-A62C-FDCEBEB1C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264C73-9380-9134-D594-92428019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C9EA1A-A286-8787-21E5-268955BD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8553C8-E893-9E1F-C47F-9E9B080F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412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9C59066-6F07-6910-9AC0-F3EDA5162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093BB4-32FD-0FE0-4973-A546E4AA4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BD304-D936-3A25-B1AB-BFE04B6C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D2B2CF-32F5-164D-9180-7FDE9743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1C455B-277C-0709-8CD2-518196D0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99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4B41DEC-CEA0-0AFB-8D6E-CE304A9D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F07846-175E-AA63-B34C-F6F616E49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940C1A-6FE7-0B55-670B-04D2486BD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5FB7B-0951-4FA2-9616-E0BE29F153C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7B09A0-A931-010F-A7A4-B50F0FD1F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F8320-5816-3B83-CC9B-2957D3B8A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355CD-8381-4D78-B8B1-BC32B87C59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18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07FBA4D-9D96-936F-C599-8FD270A0E5D0}"/>
              </a:ext>
            </a:extLst>
          </p:cNvPr>
          <p:cNvSpPr txBox="1"/>
          <p:nvPr/>
        </p:nvSpPr>
        <p:spPr>
          <a:xfrm>
            <a:off x="8393996" y="5281213"/>
            <a:ext cx="1624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(b) </a:t>
            </a:r>
            <a:r>
              <a:rPr lang="de-DE" dirty="0" err="1"/>
              <a:t>TensorFlow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13E2F41-8348-2B2B-320A-FF51CB93B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3" y="697981"/>
            <a:ext cx="5543642" cy="4680000"/>
          </a:xfrm>
          <a:prstGeom prst="rect">
            <a:avLst/>
          </a:prstGeom>
        </p:spPr>
      </p:pic>
      <p:pic>
        <p:nvPicPr>
          <p:cNvPr id="6" name="Grafik 5" descr="Ein Bild, das Visualisierung, Kunst enthält.&#10;&#10;KI-generierte Inhalte können fehlerhaft sein.">
            <a:extLst>
              <a:ext uri="{FF2B5EF4-FFF2-40B4-BE49-F238E27FC236}">
                <a16:creationId xmlns:a16="http://schemas.microsoft.com/office/drawing/2014/main" id="{2CA9A960-55AC-51E5-AA66-9B653F24A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299" y="655908"/>
            <a:ext cx="4953684" cy="4680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061B9A1-2349-E0EC-7DB8-BB2A147BECE8}"/>
              </a:ext>
            </a:extLst>
          </p:cNvPr>
          <p:cNvSpPr txBox="1"/>
          <p:nvPr/>
        </p:nvSpPr>
        <p:spPr>
          <a:xfrm>
            <a:off x="2161309" y="5281213"/>
            <a:ext cx="1391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(a) Alphabet</a:t>
            </a:r>
          </a:p>
        </p:txBody>
      </p:sp>
    </p:spTree>
    <p:extLst>
      <p:ext uri="{BB962C8B-B14F-4D97-AF65-F5344CB8AC3E}">
        <p14:creationId xmlns:p14="http://schemas.microsoft.com/office/powerpoint/2010/main" val="67563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C061B9A1-2349-E0EC-7DB8-BB2A147BECE8}"/>
              </a:ext>
            </a:extLst>
          </p:cNvPr>
          <p:cNvSpPr txBox="1"/>
          <p:nvPr/>
        </p:nvSpPr>
        <p:spPr>
          <a:xfrm>
            <a:off x="2161309" y="5377981"/>
            <a:ext cx="990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(c) </a:t>
            </a:r>
            <a:r>
              <a:rPr lang="de-DE" dirty="0" err="1"/>
              <a:t>Meta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07FBA4D-9D96-936F-C599-8FD270A0E5D0}"/>
              </a:ext>
            </a:extLst>
          </p:cNvPr>
          <p:cNvSpPr txBox="1"/>
          <p:nvPr/>
        </p:nvSpPr>
        <p:spPr>
          <a:xfrm>
            <a:off x="8560253" y="5377981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(d) Nvidia</a:t>
            </a:r>
          </a:p>
        </p:txBody>
      </p:sp>
      <p:pic>
        <p:nvPicPr>
          <p:cNvPr id="10" name="Grafik 9" descr="Ein Bild, das Uhr, Design enthält.&#10;&#10;Automatisch generierte Beschreibung">
            <a:extLst>
              <a:ext uri="{FF2B5EF4-FFF2-40B4-BE49-F238E27FC236}">
                <a16:creationId xmlns:a16="http://schemas.microsoft.com/office/drawing/2014/main" id="{347B1642-D012-3BFF-5BF9-1A2C9CDC6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09" y="1081791"/>
            <a:ext cx="4865564" cy="4296190"/>
          </a:xfrm>
          <a:prstGeom prst="rect">
            <a:avLst/>
          </a:prstGeom>
        </p:spPr>
      </p:pic>
      <p:pic>
        <p:nvPicPr>
          <p:cNvPr id="13" name="Grafik 12" descr="Ein Bild, das Diagramm, Kreis, Reihe enthält.&#10;&#10;Automatisch generierte Beschreibung">
            <a:extLst>
              <a:ext uri="{FF2B5EF4-FFF2-40B4-BE49-F238E27FC236}">
                <a16:creationId xmlns:a16="http://schemas.microsoft.com/office/drawing/2014/main" id="{485B0745-958B-9AA5-8A2E-1BB6EE12E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390" y="1668420"/>
            <a:ext cx="4477354" cy="370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35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C061B9A1-2349-E0EC-7DB8-BB2A147BECE8}"/>
              </a:ext>
            </a:extLst>
          </p:cNvPr>
          <p:cNvSpPr txBox="1"/>
          <p:nvPr/>
        </p:nvSpPr>
        <p:spPr>
          <a:xfrm>
            <a:off x="2542607" y="5398871"/>
            <a:ext cx="92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(e) Intel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07FBA4D-9D96-936F-C599-8FD270A0E5D0}"/>
              </a:ext>
            </a:extLst>
          </p:cNvPr>
          <p:cNvSpPr txBox="1"/>
          <p:nvPr/>
        </p:nvSpPr>
        <p:spPr>
          <a:xfrm>
            <a:off x="8507399" y="5398871"/>
            <a:ext cx="1500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(f) MobileIron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3BBD644-2894-0376-BC22-F476A65D7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02" y="1505032"/>
            <a:ext cx="4813803" cy="3640546"/>
          </a:xfrm>
          <a:prstGeom prst="rect">
            <a:avLst/>
          </a:prstGeom>
        </p:spPr>
      </p:pic>
      <p:pic>
        <p:nvPicPr>
          <p:cNvPr id="6" name="Grafik 5" descr="Ein Bild, das Kreis, Diagramm, Reihe, Design enthält.&#10;&#10;Automatisch generierte Beschreibung">
            <a:extLst>
              <a:ext uri="{FF2B5EF4-FFF2-40B4-BE49-F238E27FC236}">
                <a16:creationId xmlns:a16="http://schemas.microsoft.com/office/drawing/2014/main" id="{299CD821-B421-7AA4-DF77-F796A46DB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532" y="1643062"/>
            <a:ext cx="3830338" cy="336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1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C061B9A1-2349-E0EC-7DB8-BB2A147BECE8}"/>
              </a:ext>
            </a:extLst>
          </p:cNvPr>
          <p:cNvSpPr txBox="1"/>
          <p:nvPr/>
        </p:nvSpPr>
        <p:spPr>
          <a:xfrm>
            <a:off x="2542607" y="5398871"/>
            <a:ext cx="864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(g) IBM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07FBA4D-9D96-936F-C599-8FD270A0E5D0}"/>
              </a:ext>
            </a:extLst>
          </p:cNvPr>
          <p:cNvSpPr txBox="1"/>
          <p:nvPr/>
        </p:nvSpPr>
        <p:spPr>
          <a:xfrm>
            <a:off x="8415035" y="5398871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(h) AMD</a:t>
            </a:r>
          </a:p>
        </p:txBody>
      </p:sp>
      <p:pic>
        <p:nvPicPr>
          <p:cNvPr id="3" name="Grafik 2" descr="Ein Bild, das Kreis, Diagramm, Visualisierung, Kunst enthält.&#10;&#10;Automatisch generierte Beschreibung">
            <a:extLst>
              <a:ext uri="{FF2B5EF4-FFF2-40B4-BE49-F238E27FC236}">
                <a16:creationId xmlns:a16="http://schemas.microsoft.com/office/drawing/2014/main" id="{D8F600DE-4D84-7345-3036-B7DCD23C9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63" y="815964"/>
            <a:ext cx="4917326" cy="4434220"/>
          </a:xfrm>
          <a:prstGeom prst="rect">
            <a:avLst/>
          </a:prstGeom>
        </p:spPr>
      </p:pic>
      <p:pic>
        <p:nvPicPr>
          <p:cNvPr id="8" name="Grafik 7" descr="Ein Bild, das Kreis, Diagramm, Visualisierung, Kunst enthält.&#10;&#10;Automatisch generierte Beschreibung">
            <a:extLst>
              <a:ext uri="{FF2B5EF4-FFF2-40B4-BE49-F238E27FC236}">
                <a16:creationId xmlns:a16="http://schemas.microsoft.com/office/drawing/2014/main" id="{D2EA2AC3-5B44-5B50-B035-A88EEFC46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248" y="1126532"/>
            <a:ext cx="4753415" cy="412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34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Breitbild</PresentationFormat>
  <Paragraphs>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 Robert Schreiber</dc:creator>
  <cp:lastModifiedBy>Roland Robert Schreiber</cp:lastModifiedBy>
  <cp:revision>38</cp:revision>
  <dcterms:created xsi:type="dcterms:W3CDTF">2024-07-22T09:16:01Z</dcterms:created>
  <dcterms:modified xsi:type="dcterms:W3CDTF">2025-11-12T19:10:49Z</dcterms:modified>
</cp:coreProperties>
</file>